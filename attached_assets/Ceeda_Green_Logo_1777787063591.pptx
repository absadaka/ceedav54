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6FF"/>
    <a:srgbClr val="00FF84"/>
    <a:srgbClr val="E4FF8B"/>
    <a:srgbClr val="001848"/>
    <a:srgbClr val="F77564"/>
    <a:srgbClr val="FFC85E"/>
    <a:srgbClr val="FFFCA5"/>
    <a:srgbClr val="00133A"/>
    <a:srgbClr val="00F977"/>
    <a:srgbClr val="5A5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41"/>
    <p:restoredTop sz="94646"/>
  </p:normalViewPr>
  <p:slideViewPr>
    <p:cSldViewPr snapToGrid="0">
      <p:cViewPr varScale="1">
        <p:scale>
          <a:sx n="103" d="100"/>
          <a:sy n="103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97686-DC85-504A-9006-34D83FC70D87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A70DF-13C4-7044-A783-FBE24780C25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748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3611-6632-3860-D165-F19D6DCE4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422C3-3B8B-30D1-49D8-3E2CDB435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1FE8B-A87E-FE6F-4C01-C80AD9EB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C225-5D66-F162-B6B3-285BA12F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A2259-BD95-4BA7-771D-A556BFEB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59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D739-B5ED-79E6-00F4-5B256EF5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E6D79-28CF-BD4D-CF31-A4BEF4CEB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8D6F-0631-8805-67EB-7027C210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DDACD-C588-D27E-ABF8-9321BF10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6F832-63AE-FE54-DA96-0D550EFD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4708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4B8D-7B21-6BFB-3CA1-6512181F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3D35-EA51-FE06-A21C-4F6360745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49D65-F2E3-FD19-6A22-4383243C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7596F-C287-59B6-B103-3F058637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92D8-9768-CDF9-18CA-8F40991F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9494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15D3-0891-0B66-4708-EABC9EA7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83B9F-C79C-C8A1-9A33-DA3FC201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8B4FB-4F14-56EF-1E69-7ACDEBA4A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0960E-421E-5E8E-3F61-06E67E6E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1A952-37FF-283A-B107-176825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20882-9C3B-A128-412E-E8B42271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941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27D0-4004-1474-4E9B-FA74FFA1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CA65B-7145-4FC6-7B4E-D4B6052AA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70F01-483D-03DD-0856-4699B7FA9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BBC9-D9C8-0B3A-06D1-FFD5E5A1E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FAA74-696A-96BD-1B32-D661D17E2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1D145-078A-04FB-39B4-D280E4E1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140BB-FEF0-1250-93B2-97D5520E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827FF-5B0A-582B-9699-E83D4D50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2797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CC9E-C399-2943-3547-C8475E43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BB085-0855-6F60-74D1-B592521E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278CE-9EC6-2208-2678-C8CC6692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B751D-9ADD-CB7E-214B-7249FD04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8005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29E6F-606A-F45E-D781-A3BC2E18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69F24-33D6-7817-434D-12CBD40D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5B86F-D165-81F0-60B7-04B9F56C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919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BB71-55C7-0262-3B72-1D5BCF01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227F-C494-1420-7E71-C6F75D969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9E646-0466-0170-3966-1EC16996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8003D-46D1-45C3-B41F-EC544A8E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596C8-2BF1-C0EF-E362-2A9EBFFD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62B35-1651-07B7-34B7-BA70B197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9316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F397-4901-B88E-6B79-FC88F4E9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DA5CD-9133-66F0-FC45-D7279A6B9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AB7E7-C44F-3519-DE49-519E1FDD9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85BEC-CE87-0501-5369-869AEC70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3B8F4-33E3-E2B2-DE53-51339429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BF7CA-5443-E1AC-CC39-4EFEF72E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394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501B-7015-FC14-43A4-6E3B2416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4F579-7B04-0D30-3410-48A45F612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26750-C03B-37EF-9E75-A6143109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65C29-643A-7FD6-111E-712B9B7A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1A821-759A-F56F-C194-A84C2293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7427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E16B8-625C-7694-AE5F-DD4191157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DEB68-81D6-73F9-088E-93FC821C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9D2D7-4411-E651-F20B-624E9E40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D610-6A83-1ABA-2730-3C1B1A57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7ECBC-BBB5-FCE2-62EB-56901003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453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5CD06-A61F-60CC-91F1-07BF4682C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3D2FF-F9ED-7BF1-71AD-7E82609D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01E29-3F2B-3470-E139-5909A8BBC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DD87C-FC7F-BD4B-A1F8-5F3BD0AF3E3C}" type="datetimeFigureOut">
              <a:rPr lang="en-AE" smtClean="0"/>
              <a:t>03/05/2026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84476-81AD-C59C-96B8-D22A415C2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04679-6181-1B4F-B057-BA004E24F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BF0C5-DFEC-C546-A0FA-99470D2AD3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219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69D4-90AA-2855-758C-254E8272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834911-1E2C-844C-532F-2AD5ACD086B7}"/>
              </a:ext>
            </a:extLst>
          </p:cNvPr>
          <p:cNvSpPr>
            <a:spLocks/>
          </p:cNvSpPr>
          <p:nvPr/>
        </p:nvSpPr>
        <p:spPr>
          <a:xfrm>
            <a:off x="83618" y="3203544"/>
            <a:ext cx="12192000" cy="36544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EFCBE3-662F-06F4-A2A4-F51F10970F16}"/>
              </a:ext>
            </a:extLst>
          </p:cNvPr>
          <p:cNvSpPr txBox="1">
            <a:spLocks/>
          </p:cNvSpPr>
          <p:nvPr/>
        </p:nvSpPr>
        <p:spPr>
          <a:xfrm>
            <a:off x="3951508" y="247364"/>
            <a:ext cx="5211437" cy="385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800" b="1" dirty="0">
                <a:latin typeface="Dubai" panose="020B0503030403030204" pitchFamily="34" charset="-78"/>
                <a:cs typeface="Dubai" panose="020B0503030403030204" pitchFamily="34" charset="-78"/>
              </a:rPr>
              <a:t>ceeda</a:t>
            </a:r>
            <a:endParaRPr lang="en-AE" sz="13800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77F1A-E7F0-1430-5073-E16912F36AD6}"/>
              </a:ext>
            </a:extLst>
          </p:cNvPr>
          <p:cNvSpPr txBox="1">
            <a:spLocks/>
          </p:cNvSpPr>
          <p:nvPr/>
        </p:nvSpPr>
        <p:spPr>
          <a:xfrm>
            <a:off x="8216106" y="392093"/>
            <a:ext cx="1562165" cy="385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E" sz="13800" b="1" dirty="0">
                <a:solidFill>
                  <a:srgbClr val="00FF84"/>
                </a:solidFill>
                <a:latin typeface="Baloo Da 2" panose="03080502040302020200" pitchFamily="66" charset="77"/>
                <a:cs typeface="Baloo Da 2" panose="03080502040302020200" pitchFamily="66" charset="77"/>
              </a:rPr>
              <a:t>&gt;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1AD408-7F1A-53B0-0791-E308B9E19A9B}"/>
              </a:ext>
            </a:extLst>
          </p:cNvPr>
          <p:cNvSpPr txBox="1">
            <a:spLocks/>
          </p:cNvSpPr>
          <p:nvPr/>
        </p:nvSpPr>
        <p:spPr>
          <a:xfrm>
            <a:off x="3490281" y="3238840"/>
            <a:ext cx="5211437" cy="385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800" b="1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ceeda</a:t>
            </a:r>
            <a:endParaRPr lang="en-AE" sz="13800" b="1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D7E467-5E50-E932-8356-4B523783E158}"/>
              </a:ext>
            </a:extLst>
          </p:cNvPr>
          <p:cNvSpPr txBox="1">
            <a:spLocks/>
          </p:cNvSpPr>
          <p:nvPr/>
        </p:nvSpPr>
        <p:spPr>
          <a:xfrm>
            <a:off x="7920635" y="3383569"/>
            <a:ext cx="1562165" cy="385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E" sz="13800" b="1" dirty="0">
                <a:solidFill>
                  <a:srgbClr val="00FF84"/>
                </a:solidFill>
                <a:latin typeface="Baloo Da 2" panose="03080502040302020200" pitchFamily="66" charset="77"/>
                <a:cs typeface="Baloo Da 2" panose="03080502040302020200" pitchFamily="66" charset="77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3B685-2E1F-D600-32AF-4EBF52C6FD15}"/>
              </a:ext>
            </a:extLst>
          </p:cNvPr>
          <p:cNvSpPr txBox="1"/>
          <p:nvPr/>
        </p:nvSpPr>
        <p:spPr>
          <a:xfrm>
            <a:off x="1080209" y="2381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1124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17187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Baloo Da 2</vt:lpstr>
      <vt:lpstr>Dubai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Abdalah Hifzi</dc:creator>
  <cp:lastModifiedBy>Abdalah Hifzi</cp:lastModifiedBy>
  <cp:revision>18</cp:revision>
  <dcterms:created xsi:type="dcterms:W3CDTF">2025-06-29T16:29:57Z</dcterms:created>
  <dcterms:modified xsi:type="dcterms:W3CDTF">2026-05-03T05:37:39Z</dcterms:modified>
</cp:coreProperties>
</file>